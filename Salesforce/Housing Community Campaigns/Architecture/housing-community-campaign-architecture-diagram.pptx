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2F9EB-E894-4ABC-94A7-465283DB1CC2}" v="5" dt="2026-06-09T10:32:42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so Edeh" userId="c45bf528856c7d06" providerId="LiveId" clId="{8178347F-A985-4256-85F1-EA28078D42CA}"/>
    <pc:docChg chg="custSel addSld modSld">
      <pc:chgData name="Nonso Edeh" userId="c45bf528856c7d06" providerId="LiveId" clId="{8178347F-A985-4256-85F1-EA28078D42CA}" dt="2026-06-09T10:32:42.607" v="56"/>
      <pc:docMkLst>
        <pc:docMk/>
      </pc:docMkLst>
      <pc:sldChg chg="addSp delSp modSp new mod">
        <pc:chgData name="Nonso Edeh" userId="c45bf528856c7d06" providerId="LiveId" clId="{8178347F-A985-4256-85F1-EA28078D42CA}" dt="2026-06-09T10:32:42.607" v="56"/>
        <pc:sldMkLst>
          <pc:docMk/>
          <pc:sldMk cId="875639895" sldId="256"/>
        </pc:sldMkLst>
        <pc:spChg chg="del mod">
          <ac:chgData name="Nonso Edeh" userId="c45bf528856c7d06" providerId="LiveId" clId="{8178347F-A985-4256-85F1-EA28078D42CA}" dt="2026-06-09T10:16:33.144" v="6" actId="478"/>
          <ac:spMkLst>
            <pc:docMk/>
            <pc:sldMk cId="875639895" sldId="256"/>
            <ac:spMk id="2" creationId="{C12E19C6-DFBC-EDFC-7F8E-A3049CA48B7B}"/>
          </ac:spMkLst>
        </pc:spChg>
        <pc:spChg chg="del">
          <ac:chgData name="Nonso Edeh" userId="c45bf528856c7d06" providerId="LiveId" clId="{8178347F-A985-4256-85F1-EA28078D42CA}" dt="2026-06-09T10:16:33.144" v="6" actId="478"/>
          <ac:spMkLst>
            <pc:docMk/>
            <pc:sldMk cId="875639895" sldId="256"/>
            <ac:spMk id="3" creationId="{DE2D7DD2-1D36-9770-A861-85ACB7F247D6}"/>
          </ac:spMkLst>
        </pc:spChg>
        <pc:spChg chg="add del mod">
          <ac:chgData name="Nonso Edeh" userId="c45bf528856c7d06" providerId="LiveId" clId="{8178347F-A985-4256-85F1-EA28078D42CA}" dt="2026-06-09T10:16:33.144" v="6" actId="478"/>
          <ac:spMkLst>
            <pc:docMk/>
            <pc:sldMk cId="875639895" sldId="256"/>
            <ac:spMk id="5" creationId="{C6F7EA46-58DD-9FB7-7EDD-F48188696B85}"/>
          </ac:spMkLst>
        </pc:spChg>
        <pc:spChg chg="add mod">
          <ac:chgData name="Nonso Edeh" userId="c45bf528856c7d06" providerId="LiveId" clId="{8178347F-A985-4256-85F1-EA28078D42CA}" dt="2026-06-09T10:32:42.607" v="56"/>
          <ac:spMkLst>
            <pc:docMk/>
            <pc:sldMk cId="875639895" sldId="256"/>
            <ac:spMk id="7" creationId="{D5667D9B-A688-C821-5D8F-4D07B9200C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B847-FFFF-C9F8-3BBD-1D7271453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5A6B1-2871-B636-01BC-35ECCACD1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37D65-F397-56A5-A901-A590D141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C98C5-DCE1-4FDF-FE1E-137B237F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C972F-6230-4962-1D3A-D2DFF2BD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88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6C85-91BF-F86D-44F2-AC69B1EFB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4B46E-1B43-F037-50E1-A25313DDA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A9118-E6DD-F26B-D2A0-B0D9D039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EF0A-80CF-E083-A7B2-3A8ADA66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15C72-1981-8E0B-86EA-719A60C7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3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566D-BD34-2337-E9C1-AE0B431DA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DB7B5-364F-DF64-7BFF-AAB30FA03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CCA5-80BE-0DF0-1203-22C4752F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2824-2DF2-61DF-37BC-60A49E72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92436-5995-615F-7C4D-E049B5BD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01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3B02-D150-391E-5EDC-1AE94088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6DFD-63F6-B333-0A06-21D05AA62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3C185-0CC9-A53A-CC04-9D5F0816D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DBB31-8EC3-54E4-38EC-5CD47107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564DB-DB55-8B21-BE9D-D45CC3E9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9350F-B3C8-A705-6D59-E47A7448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02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9741-631B-41E9-8A0C-D8CD7410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57D65-9159-0279-F474-3AE5683B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50EB7-8EE3-881E-6861-5EDA128E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FB894-FEF9-3C0D-03FD-8C93FBC9B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9DCEBC-302F-E60D-FC77-4B37C848D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D22AB-0FDC-79D7-A491-57387563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5B6A3-5ABD-CF59-2DC1-C94A4F94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2945E-8919-AD4B-D742-E01D4834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93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76262-E3B4-5A72-D13D-1AB3D98B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1AE4C-4714-D594-024E-A20F57FC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84124-6A87-146D-FAC9-2CA77F5F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9EB6A-2D7F-6860-7052-928570D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08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594F4-E496-0855-D3CD-3AD8A65A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1926C-84FB-E22E-9FB9-D2CEF4A2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8784-5A27-14DD-A029-6071D3E9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26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9BDC-26A7-9992-06B1-6D300F8F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A5D0D-9852-FAE9-C376-03CE21AB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77135-FCE3-4B5E-BD17-33A1CEEBD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A048-AB89-9AF9-3FC6-B69661C8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8E1B1-99F2-4F36-22A6-A0BDD23D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BD771-55BE-DB06-7F10-0F3DCF70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40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CAB0-F7BD-6A11-499B-1FBF0DD4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0EF99-6CCD-C824-61AC-354232073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953D9-F022-D226-67C5-253C42AC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93AF0-A909-5381-A1B1-4C2F0C62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C440E-13D5-062D-769E-4BEBD856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15408-CC87-B856-22D6-CB37365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8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ADD8-8AD6-D067-DE5F-85C80B3A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C6C5C-B708-3306-5603-8E6D6FF66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6B91E-2EC6-BB6D-6778-D9688085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0DB88-0B3F-C777-31DA-F874C96A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67C7-C86C-51B2-837B-091F34A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41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65A473-9FD3-F8C1-27D5-7038ED3AA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948C1-3776-4B46-73FB-313C04E40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2985D-0ECB-0D8C-3747-9D92A8A1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099E3-1E94-35C3-8B2F-ABEF7666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6764B-6480-79DA-8022-37191223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42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45768-D26D-A2D6-9D58-1F6C7090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21E47-9ECC-00F9-4293-A33367C27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2F7B-D142-DC50-BB8E-70E52E11E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CBBE4-51E2-4B74-9773-A103FADA856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52BF-D2A5-6C9A-1791-B037EDC8E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47393-D196-37E7-1E9D-5E61B080B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29722-8663-4F8C-AC18-8B01C38A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04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667D9B-A688-C821-5D8F-4D07B9200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24950" cy="6572250"/>
          </a:xfrm>
        </p:spPr>
        <p:txBody>
          <a:bodyPr>
            <a:noAutofit/>
          </a:bodyPr>
          <a:lstStyle/>
          <a:p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Layer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Housing Campaign Record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Layer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Triggered Flow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Task Automatically Created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Layer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Dashboard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3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  Data Layer     Housing Campaign Record          ↓  Automation Layer Record Triggered Flow          ↓  Review Task Automatically Created          ↓  Analytics Layer Reports          ↓  Executive Dashboard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Nonso Edeh</dc:creator>
  <cp:lastModifiedBy>Nonso Edeh</cp:lastModifiedBy>
  <cp:revision>1</cp:revision>
  <dcterms:created xsi:type="dcterms:W3CDTF">2026-06-09T10:15:07Z</dcterms:created>
  <dcterms:modified xsi:type="dcterms:W3CDTF">2026-06-09T10:32:51Z</dcterms:modified>
</cp:coreProperties>
</file>