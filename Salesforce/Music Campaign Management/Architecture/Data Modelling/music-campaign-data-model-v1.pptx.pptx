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C11C11-98E8-4842-85AA-47E3E0A8AD85}" v="6" dt="2026-06-09T20:13:28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nso Edeh" userId="c45bf528856c7d06" providerId="LiveId" clId="{8178347F-A985-4256-85F1-EA28078D42CA}"/>
    <pc:docChg chg="custSel addSld modSld">
      <pc:chgData name="Nonso Edeh" userId="c45bf528856c7d06" providerId="LiveId" clId="{8178347F-A985-4256-85F1-EA28078D42CA}" dt="2026-06-09T20:19:26.827" v="61" actId="113"/>
      <pc:docMkLst>
        <pc:docMk/>
      </pc:docMkLst>
      <pc:sldChg chg="addSp delSp modSp new mod">
        <pc:chgData name="Nonso Edeh" userId="c45bf528856c7d06" providerId="LiveId" clId="{8178347F-A985-4256-85F1-EA28078D42CA}" dt="2026-06-09T20:19:26.827" v="61" actId="113"/>
        <pc:sldMkLst>
          <pc:docMk/>
          <pc:sldMk cId="897350901" sldId="256"/>
        </pc:sldMkLst>
        <pc:spChg chg="mod">
          <ac:chgData name="Nonso Edeh" userId="c45bf528856c7d06" providerId="LiveId" clId="{8178347F-A985-4256-85F1-EA28078D42CA}" dt="2026-06-09T20:07:49.887" v="37"/>
          <ac:spMkLst>
            <pc:docMk/>
            <pc:sldMk cId="897350901" sldId="256"/>
            <ac:spMk id="2" creationId="{6E664FEB-31BE-AECB-2332-A72C8776BD56}"/>
          </ac:spMkLst>
        </pc:spChg>
        <pc:spChg chg="mod">
          <ac:chgData name="Nonso Edeh" userId="c45bf528856c7d06" providerId="LiveId" clId="{8178347F-A985-4256-85F1-EA28078D42CA}" dt="2026-06-09T13:35:50.573" v="4" actId="27636"/>
          <ac:spMkLst>
            <pc:docMk/>
            <pc:sldMk cId="897350901" sldId="256"/>
            <ac:spMk id="3" creationId="{72EDD382-FFA2-BFFF-0D10-2D2C0E5AA1AF}"/>
          </ac:spMkLst>
        </pc:spChg>
        <pc:spChg chg="add del mod">
          <ac:chgData name="Nonso Edeh" userId="c45bf528856c7d06" providerId="LiveId" clId="{8178347F-A985-4256-85F1-EA28078D42CA}" dt="2026-06-09T20:03:22.975" v="26"/>
          <ac:spMkLst>
            <pc:docMk/>
            <pc:sldMk cId="897350901" sldId="256"/>
            <ac:spMk id="4" creationId="{4C9E950B-5E49-0FE7-901C-41E0BD2511F8}"/>
          </ac:spMkLst>
        </pc:spChg>
        <pc:spChg chg="add mod">
          <ac:chgData name="Nonso Edeh" userId="c45bf528856c7d06" providerId="LiveId" clId="{8178347F-A985-4256-85F1-EA28078D42CA}" dt="2026-06-09T20:03:49.684" v="29" actId="1076"/>
          <ac:spMkLst>
            <pc:docMk/>
            <pc:sldMk cId="897350901" sldId="256"/>
            <ac:spMk id="5" creationId="{7E0E6FE8-E902-DC39-9E12-428437966362}"/>
          </ac:spMkLst>
        </pc:spChg>
        <pc:spChg chg="add mod">
          <ac:chgData name="Nonso Edeh" userId="c45bf528856c7d06" providerId="LiveId" clId="{8178347F-A985-4256-85F1-EA28078D42CA}" dt="2026-06-09T20:19:26.827" v="61" actId="113"/>
          <ac:spMkLst>
            <pc:docMk/>
            <pc:sldMk cId="897350901" sldId="256"/>
            <ac:spMk id="6" creationId="{F57C4D4C-F24C-EB3A-C5A8-8F2DB8585D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2587-E35E-C7B1-85EC-CA4E6C25B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4657F-ADBB-933B-102D-9A6251546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E040D-E5DD-A704-BA70-F88408618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3287C-CAD4-D6B5-1E4C-DB3FECE06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DD7C2-2C15-BC14-7ABA-194D7D3A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354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EB955-AECD-7794-A00C-755FB1C79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93061-DC9C-3CE5-26BB-F909C85D7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8DF74-59FB-18D2-0AD2-EC007EB97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564CA-04FD-33ED-5026-96E24EAC0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9A2F2-4A00-1606-E61C-92234174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23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1ED7-7E10-A77E-E5EB-CEEDB9F1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DF80D-7C7A-ECAC-CF11-8E7E845AD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9954-77C9-5A81-6D09-C38104FB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DF0F2-3EA7-EA83-0C05-9C224013D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51A7F-79BB-C276-A24A-662C082C5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80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2464-F82D-EF04-DD9F-EC71DED0A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8CC2D-D8DE-0B42-0174-AE2F1F8CC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34998-A202-CD96-EFC4-D27F87AD8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2FB4F-F93F-BE36-D9B7-AE704B8E7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0E405-040A-E68E-48AD-8FD64CEC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6DF5D-BE65-BE94-0176-4AC17E27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75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97F7-5DE6-CB73-0AA4-F60D0637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9DE33-F45A-EDBB-2390-7EEC40528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C6E1B-E95F-4C9D-896F-5E1BC019A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6BB793-AB88-17C3-AE6F-977EBE38FF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FB42E7-D31F-51D4-A1A7-8B1D0FFBF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5FD36-A445-C19E-2AB5-E7E1F810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ED13B6-4BAF-90F2-05CE-446C5E26D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4378A-5EAB-9A82-FA5B-0A154CA86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197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A76E-5460-C17A-48C1-80931222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144D1-9B13-9702-2902-D79CBA68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BC4C5-29BB-D5E1-B048-225776DB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38ADF-113A-96AB-C294-341B9227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44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27DEC-49CE-5C7C-BE78-FEC6DFCE1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6B49F-297D-0DFC-EBCD-44F1A5E1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C8A5A-E0D2-634A-CDFF-C756D22C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97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ABB9-F6D9-6F84-4D30-228EAE96A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6676F-29F8-B8B1-8A21-A5D6716D7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32739-C5C0-D13D-C63C-8CFB0C7B2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3D8EE-9466-8BDA-34DE-6E590DFE2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0CEE-7C52-FC26-573D-2A7A6F06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1F4FD-2458-8E69-CE05-441BDEAD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4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56BF-FF1C-2AC6-8480-201CA5786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996BF-18A7-67B1-B4D9-DFEAAE61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D4D4F-E80D-2A06-ACBA-8DAED9619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76DD2-5BBD-7A47-1C66-1EECCF861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270D1-D892-F75C-6ACC-86B9CCA5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1A0F1-11A1-CF88-2003-6C466A43D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68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44C6-7EA1-4CA4-02C3-B249E045E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6E11B-C2A6-18C4-9340-C03299584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0EE14-02C2-09B2-2F7D-C86087A1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5D941-932E-02D5-187A-A6812C51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9E1FB-F058-CD74-F59C-957D3CD01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030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D38E64-7C73-8925-FD01-E179639F6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BD908-33CE-001E-AAF1-FCE89B22E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E8999-8A3D-F22E-20FF-2FADF66E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786EB-B778-B472-4B2B-472612ED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59B24-4E25-45D6-9D07-CC8DCE58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99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639C1B-E0A7-4016-3918-144D89519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191EE-30B7-F9AE-7B48-CB0F61D7E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709F3-DF22-918C-729F-DEB37B2BB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C5B96-4382-477F-AC86-2F002BBD77F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60CAF-AA65-1E1B-BD39-0B1950BBAC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5391C-5B6D-6421-934D-A8E9E49EE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BBEF0-7830-4916-9144-A1D9CE47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693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4FEB-31BE-AECB-2332-A72C8776B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2375" y="1122363"/>
            <a:ext cx="3143249" cy="4630737"/>
          </a:xfrm>
        </p:spPr>
        <p:txBody>
          <a:bodyPr>
            <a:normAutofit/>
          </a:bodyPr>
          <a:lstStyle/>
          <a:p>
            <a:r>
              <a:rPr lang="en-GB" sz="2000" dirty="0"/>
              <a:t>Music Campaign</a:t>
            </a:r>
            <a:br>
              <a:rPr lang="en-GB" sz="2000" dirty="0"/>
            </a:br>
            <a:r>
              <a:rPr lang="en-GB" sz="2000" dirty="0"/>
              <a:t>(Custom Object)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DD382-FFA2-BFFF-0D10-2D2C0E5AA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524000" y="7375358"/>
            <a:ext cx="9144000" cy="45719"/>
          </a:xfrm>
        </p:spPr>
        <p:txBody>
          <a:bodyPr>
            <a:normAutofit fontScale="25000" lnSpcReduction="20000"/>
          </a:bodyPr>
          <a:lstStyle/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E6FE8-E902-DC39-9E12-428437966362}"/>
              </a:ext>
            </a:extLst>
          </p:cNvPr>
          <p:cNvSpPr txBox="1"/>
          <p:nvPr/>
        </p:nvSpPr>
        <p:spPr>
          <a:xfrm>
            <a:off x="4429125" y="1685256"/>
            <a:ext cx="264794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Campaign Name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Artist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Genre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Campaign Type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Campaign Status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Approval Status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Date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Cost</a:t>
            </a:r>
            <a:b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 Cost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7C4D4C-F24C-EB3A-C5A8-8F2DB8585DC1}"/>
              </a:ext>
            </a:extLst>
          </p:cNvPr>
          <p:cNvSpPr/>
          <p:nvPr/>
        </p:nvSpPr>
        <p:spPr>
          <a:xfrm rot="10800000" flipV="1">
            <a:off x="4019548" y="333375"/>
            <a:ext cx="4086225" cy="6248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u="sng" dirty="0"/>
              <a:t>Music Campaign (Custom Object)</a:t>
            </a:r>
            <a:br>
              <a:rPr lang="en-GB" b="1" u="sng" dirty="0"/>
            </a:br>
            <a:br>
              <a:rPr lang="en-GB" b="1" dirty="0"/>
            </a:br>
            <a:r>
              <a:rPr lang="en-GB" dirty="0"/>
              <a:t>Campaign Name</a:t>
            </a:r>
            <a:br>
              <a:rPr lang="en-GB" dirty="0"/>
            </a:br>
            <a:endParaRPr lang="en-GB" dirty="0"/>
          </a:p>
          <a:p>
            <a:pPr algn="ctr"/>
            <a:r>
              <a:rPr lang="en-GB" dirty="0"/>
              <a:t>Artist</a:t>
            </a:r>
            <a:br>
              <a:rPr lang="en-GB" dirty="0"/>
            </a:br>
            <a:endParaRPr lang="en-GB" dirty="0"/>
          </a:p>
          <a:p>
            <a:pPr algn="ctr"/>
            <a:r>
              <a:rPr lang="en-GB" dirty="0"/>
              <a:t>Genre</a:t>
            </a:r>
            <a:br>
              <a:rPr lang="en-GB" dirty="0"/>
            </a:br>
            <a:endParaRPr lang="en-GB" dirty="0"/>
          </a:p>
          <a:p>
            <a:pPr algn="ctr"/>
            <a:r>
              <a:rPr lang="en-GB" dirty="0"/>
              <a:t>Campaign Type</a:t>
            </a:r>
            <a:br>
              <a:rPr lang="en-GB" dirty="0"/>
            </a:br>
            <a:endParaRPr lang="en-GB" dirty="0"/>
          </a:p>
          <a:p>
            <a:pPr algn="ctr"/>
            <a:r>
              <a:rPr lang="en-GB" dirty="0"/>
              <a:t>Campaign Status</a:t>
            </a:r>
            <a:br>
              <a:rPr lang="en-GB" dirty="0"/>
            </a:br>
            <a:endParaRPr lang="en-GB" dirty="0"/>
          </a:p>
          <a:p>
            <a:pPr algn="ctr"/>
            <a:r>
              <a:rPr lang="en-GB" dirty="0"/>
              <a:t>Priority</a:t>
            </a:r>
            <a:br>
              <a:rPr lang="en-GB" dirty="0"/>
            </a:br>
            <a:endParaRPr lang="en-GB" dirty="0"/>
          </a:p>
          <a:p>
            <a:pPr algn="ctr"/>
            <a:r>
              <a:rPr lang="en-GB" dirty="0"/>
              <a:t>Approval Status</a:t>
            </a:r>
            <a:br>
              <a:rPr lang="en-GB" dirty="0"/>
            </a:br>
            <a:endParaRPr lang="en-GB" dirty="0"/>
          </a:p>
          <a:p>
            <a:pPr algn="ctr"/>
            <a:r>
              <a:rPr lang="en-GB" dirty="0"/>
              <a:t>Launch Date</a:t>
            </a:r>
            <a:br>
              <a:rPr lang="en-GB" dirty="0"/>
            </a:br>
            <a:endParaRPr lang="en-GB" dirty="0"/>
          </a:p>
          <a:p>
            <a:pPr algn="ctr"/>
            <a:r>
              <a:rPr lang="en-GB" dirty="0"/>
              <a:t>Budget Cost</a:t>
            </a:r>
            <a:br>
              <a:rPr lang="en-GB" dirty="0"/>
            </a:br>
            <a:endParaRPr lang="en-GB" dirty="0"/>
          </a:p>
          <a:p>
            <a:pPr algn="ctr"/>
            <a:r>
              <a:rPr lang="en-GB" dirty="0"/>
              <a:t>Actual Cost</a:t>
            </a:r>
          </a:p>
        </p:txBody>
      </p:sp>
    </p:spTree>
    <p:extLst>
      <p:ext uri="{BB962C8B-B14F-4D97-AF65-F5344CB8AC3E}">
        <p14:creationId xmlns:p14="http://schemas.microsoft.com/office/powerpoint/2010/main" val="89735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67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Music Campaign (Custom Object)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Nonso Edeh</dc:creator>
  <cp:lastModifiedBy>Nonso Edeh</cp:lastModifiedBy>
  <cp:revision>1</cp:revision>
  <dcterms:created xsi:type="dcterms:W3CDTF">2026-06-09T13:35:23Z</dcterms:created>
  <dcterms:modified xsi:type="dcterms:W3CDTF">2026-06-09T20:19:31Z</dcterms:modified>
</cp:coreProperties>
</file>