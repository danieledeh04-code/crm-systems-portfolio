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2DE1EB-B134-4649-8D63-8E7DCAAD1159}" v="1" dt="2026-06-09T11:40:42.3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nso Edeh" userId="c45bf528856c7d06" providerId="LiveId" clId="{8178347F-A985-4256-85F1-EA28078D42CA}"/>
    <pc:docChg chg="custSel addSld modSld">
      <pc:chgData name="Nonso Edeh" userId="c45bf528856c7d06" providerId="LiveId" clId="{8178347F-A985-4256-85F1-EA28078D42CA}" dt="2026-06-09T12:06:19.041" v="73" actId="27636"/>
      <pc:docMkLst>
        <pc:docMk/>
      </pc:docMkLst>
      <pc:sldChg chg="modSp new mod">
        <pc:chgData name="Nonso Edeh" userId="c45bf528856c7d06" providerId="LiveId" clId="{8178347F-A985-4256-85F1-EA28078D42CA}" dt="2026-06-09T12:06:19.041" v="73" actId="27636"/>
        <pc:sldMkLst>
          <pc:docMk/>
          <pc:sldMk cId="3354271661" sldId="256"/>
        </pc:sldMkLst>
        <pc:spChg chg="mod">
          <ac:chgData name="Nonso Edeh" userId="c45bf528856c7d06" providerId="LiveId" clId="{8178347F-A985-4256-85F1-EA28078D42CA}" dt="2026-06-09T12:06:19.041" v="73" actId="27636"/>
          <ac:spMkLst>
            <pc:docMk/>
            <pc:sldMk cId="3354271661" sldId="256"/>
            <ac:spMk id="2" creationId="{804A6DCA-7D30-8931-FED6-2507E2ADB6ED}"/>
          </ac:spMkLst>
        </pc:spChg>
        <pc:spChg chg="mod">
          <ac:chgData name="Nonso Edeh" userId="c45bf528856c7d06" providerId="LiveId" clId="{8178347F-A985-4256-85F1-EA28078D42CA}" dt="2026-06-09T12:06:08.938" v="71" actId="14100"/>
          <ac:spMkLst>
            <pc:docMk/>
            <pc:sldMk cId="3354271661" sldId="256"/>
            <ac:spMk id="3" creationId="{8617F2AD-31A0-BEA5-3289-7CF7CCBD994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C4825-A41D-A547-B147-ACB02AC96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4B4C4-3C80-F934-9C7A-8E82006E4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E8E2F-5FAE-B731-BB79-8FD60D6DB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B2DD2-F4F6-47CD-8760-472DA673679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3736D-F689-924A-6240-1F4EB273D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95B1E-2D1D-9AC5-965C-4EBF9CBE2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6906-A031-4DA6-B40E-A18DEFA066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99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106B6-F24A-AAB9-245F-EA266AAA3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237CC-A2D1-74AA-C5A1-2A8EFB288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6DB25-281C-39F1-C56A-DF09A4E3C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B2DD2-F4F6-47CD-8760-472DA673679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C9FF8-D0BE-A957-7ED1-7C66FF49D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4AB1E-83EA-B52D-B3F1-133E63731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6906-A031-4DA6-B40E-A18DEFA066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6116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483B4-2AD7-2054-36B1-A5D62BA2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63C1B-4163-3C17-F945-9DC4B53AB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A5F14-10CF-A86B-4252-E3116B73E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B2DD2-F4F6-47CD-8760-472DA673679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81CFC-0177-229F-615D-87AFEA367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0B3EC-D1EC-FDFD-2CEC-176C864A7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6906-A031-4DA6-B40E-A18DEFA066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3665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6E3FE-26F5-DBB1-8D1E-D270158D6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090B-BC35-3770-81F0-AA669072CA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DF7D5-610B-8CF0-AF15-7748A56A6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394E7-704E-A983-12CC-2FE04B301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B2DD2-F4F6-47CD-8760-472DA673679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DCE11-C8AD-2B0D-3FA2-F18DD1B4B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9E1AEE-261F-B9D6-BCE2-4F362F5BC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6906-A031-4DA6-B40E-A18DEFA066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515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39EED-9590-A401-5CC8-C0C81049B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682CC-EB1D-A1ED-E5CE-E6A488433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5BE593-5302-7D6A-DCC4-430AC51F6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9DE3B4-D6C7-E04A-83F8-E687281B7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5946F9-CD01-C538-89E1-D99108846D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F86864-7CE0-DB87-5D9E-DCABCF4B2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B2DD2-F4F6-47CD-8760-472DA673679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B0F0D5-719D-89B0-5BEE-E621CBDA3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A9995-69B8-8F3A-514C-BA37C0784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6906-A031-4DA6-B40E-A18DEFA066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9532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4A34-270A-5E34-A56B-A6045FC1E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F48CC0-7C0E-3616-9B1F-76CAA15B4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B2DD2-F4F6-47CD-8760-472DA673679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2B6478-B388-96C4-6CF3-EAD3585E1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B7C8CE-24C4-9E20-FE8A-50F65D9CF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6906-A031-4DA6-B40E-A18DEFA066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364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E2AD86-D7AC-B7ED-D575-C7A8BDE76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B2DD2-F4F6-47CD-8760-472DA673679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8BB408-5BEB-607D-E0EA-68C344EEB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9B720-9666-C979-F1D3-C925111DD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6906-A031-4DA6-B40E-A18DEFA066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3644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3F8EC-3947-1F70-77DD-4141BFCB3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7C264-1E5D-00EF-30A1-C75B67FA1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D5362-87EF-2399-52AD-5CF22AE42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960ED-12A7-A6AF-2F53-EB09C7B37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B2DD2-F4F6-47CD-8760-472DA673679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42C13-1998-BAD3-6D9F-5E67276D3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07CAB1-5B1F-4438-2960-00E73DD6B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6906-A031-4DA6-B40E-A18DEFA066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5222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C79C8-C4BF-EE4E-C0FB-B5001E257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76A58F-2DF7-EC9E-AF12-E53A52410E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F51CE-52EE-8B15-CF94-6EA5094C8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F0684-799B-179B-DE4B-0E173B1B5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B2DD2-F4F6-47CD-8760-472DA673679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9F95E1-4ACC-10B8-8A65-C98535847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B5449-A8A7-C070-19B8-0E4C68618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6906-A031-4DA6-B40E-A18DEFA066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31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7D633-23D7-FD23-C6C0-9AEBBABC4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2F1FED-C069-1C93-6B7A-BB153FBF4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20E59-9B46-C442-330A-073336122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B2DD2-F4F6-47CD-8760-472DA673679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4F53F-4733-B4E7-CEF3-143EA770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A44E2-B377-BC21-B0F9-2D3D9169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6906-A031-4DA6-B40E-A18DEFA066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623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BC3FF8-2F78-1A26-D132-6CA8FB3167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2F5DF9-D4FE-7DB5-DFE3-F46EDE154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1FB27-B58D-54F3-955F-5FD630B7C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B2DD2-F4F6-47CD-8760-472DA673679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A7F83-2521-58B4-7EC9-E2D317BC2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8A3F2-1937-484C-6347-6194A93E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6906-A031-4DA6-B40E-A18DEFA066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57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24B650-1E24-C131-BA81-4706D9EEE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EBEED-AEF1-CD59-612E-EC8F7C8A7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DD742-CD79-59A4-441A-3D3D4D6D5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1B2DD2-F4F6-47CD-8760-472DA673679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B08DD-1688-C0D4-1EBB-41DB2DDE18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AC785-17C1-529E-A2B1-66F1F5601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76906-A031-4DA6-B40E-A18DEFA066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136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A6DCA-7D30-8931-FED6-2507E2ADB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"/>
            <a:ext cx="9144000" cy="6296026"/>
          </a:xfrm>
        </p:spPr>
        <p:txBody>
          <a:bodyPr>
            <a:normAutofit/>
          </a:bodyPr>
          <a:lstStyle/>
          <a:p>
            <a:r>
              <a:rPr lang="en-GB" sz="2000" b="1" dirty="0"/>
              <a:t>Campaign Created</a:t>
            </a:r>
            <a:br>
              <a:rPr lang="en-GB" sz="2000" b="1" dirty="0"/>
            </a:br>
            <a:r>
              <a:rPr lang="en-GB" sz="2000" b="1" dirty="0"/>
              <a:t>        </a:t>
            </a:r>
            <a:br>
              <a:rPr lang="en-GB" sz="2000" b="1" dirty="0"/>
            </a:br>
            <a:r>
              <a:rPr lang="en-GB" sz="2000" b="1" dirty="0"/>
              <a:t>↓</a:t>
            </a:r>
            <a:br>
              <a:rPr lang="en-GB" sz="2000" b="1" dirty="0"/>
            </a:br>
            <a:r>
              <a:rPr lang="en-GB" sz="2000" b="1" dirty="0"/>
              <a:t>Campaign Submitted</a:t>
            </a:r>
            <a:br>
              <a:rPr lang="en-GB" sz="2000" b="1" dirty="0"/>
            </a:br>
            <a:r>
              <a:rPr lang="en-GB" sz="2000" b="1" dirty="0"/>
              <a:t>        </a:t>
            </a:r>
            <a:br>
              <a:rPr lang="en-GB" sz="2000" b="1" dirty="0"/>
            </a:br>
            <a:r>
              <a:rPr lang="en-GB" sz="2000" b="1" dirty="0"/>
              <a:t>↓</a:t>
            </a:r>
            <a:br>
              <a:rPr lang="en-GB" sz="2000" b="1"/>
            </a:br>
            <a:r>
              <a:rPr lang="en-GB" sz="2000" b="1"/>
              <a:t>Approval </a:t>
            </a:r>
            <a:r>
              <a:rPr lang="en-GB" sz="2000" b="1" dirty="0"/>
              <a:t>Review</a:t>
            </a:r>
            <a:br>
              <a:rPr lang="en-GB" sz="2000" b="1" dirty="0"/>
            </a:br>
            <a:r>
              <a:rPr lang="en-GB" sz="2000" b="1" dirty="0"/>
              <a:t>        </a:t>
            </a:r>
            <a:br>
              <a:rPr lang="en-GB" sz="2000" b="1" dirty="0"/>
            </a:br>
            <a:r>
              <a:rPr lang="en-GB" sz="2000" b="1" dirty="0"/>
              <a:t>↓</a:t>
            </a:r>
            <a:br>
              <a:rPr lang="en-GB" sz="2000" b="1" dirty="0"/>
            </a:br>
            <a:r>
              <a:rPr lang="en-GB" sz="2000" b="1" dirty="0"/>
              <a:t>Approved Campaign</a:t>
            </a:r>
            <a:br>
              <a:rPr lang="en-GB" sz="2000" b="1" dirty="0"/>
            </a:br>
            <a:r>
              <a:rPr lang="en-GB" sz="2000" b="1" dirty="0"/>
              <a:t>       </a:t>
            </a:r>
            <a:br>
              <a:rPr lang="en-GB" sz="2000" b="1" dirty="0"/>
            </a:br>
            <a:r>
              <a:rPr lang="en-GB" sz="2000" b="1" dirty="0"/>
              <a:t> ↓</a:t>
            </a:r>
            <a:br>
              <a:rPr lang="en-GB" sz="2000" b="1" dirty="0"/>
            </a:br>
            <a:r>
              <a:rPr lang="en-GB" sz="2000" b="1" dirty="0"/>
              <a:t>Launch Scheduled</a:t>
            </a:r>
            <a:br>
              <a:rPr lang="en-GB" sz="2000" b="1" dirty="0"/>
            </a:br>
            <a:r>
              <a:rPr lang="en-GB" sz="2000" b="1" dirty="0"/>
              <a:t>        </a:t>
            </a:r>
            <a:br>
              <a:rPr lang="en-GB" sz="2000" b="1" dirty="0"/>
            </a:br>
            <a:r>
              <a:rPr lang="en-GB" sz="2000" b="1" dirty="0"/>
              <a:t>↓</a:t>
            </a:r>
            <a:br>
              <a:rPr lang="en-GB" sz="2000" b="1" dirty="0"/>
            </a:br>
            <a:r>
              <a:rPr lang="en-GB" sz="2000" b="1" dirty="0"/>
              <a:t>Campaign Live</a:t>
            </a:r>
            <a:br>
              <a:rPr lang="en-GB" sz="2000" b="1" dirty="0"/>
            </a:br>
            <a:r>
              <a:rPr lang="en-GB" sz="2000" b="1" dirty="0"/>
              <a:t>       </a:t>
            </a:r>
            <a:br>
              <a:rPr lang="en-GB" sz="2000" b="1" dirty="0"/>
            </a:br>
            <a:r>
              <a:rPr lang="en-GB" sz="2000" b="1" dirty="0"/>
              <a:t> ↓</a:t>
            </a:r>
            <a:br>
              <a:rPr lang="en-GB" sz="2000" b="1" dirty="0"/>
            </a:br>
            <a:r>
              <a:rPr lang="en-GB" sz="2000" b="1" dirty="0"/>
              <a:t>Performance Monitoring</a:t>
            </a:r>
            <a:br>
              <a:rPr lang="en-GB" sz="2000" b="1" dirty="0"/>
            </a:br>
            <a:r>
              <a:rPr lang="en-GB" sz="2000" b="1" dirty="0"/>
              <a:t>        </a:t>
            </a:r>
            <a:br>
              <a:rPr lang="en-GB" sz="2000" b="1" dirty="0"/>
            </a:br>
            <a:r>
              <a:rPr lang="en-GB" sz="2000" b="1" dirty="0"/>
              <a:t>↓</a:t>
            </a:r>
            <a:br>
              <a:rPr lang="en-GB" sz="2000" b="1" dirty="0"/>
            </a:br>
            <a:r>
              <a:rPr lang="en-GB" sz="2000" b="1" dirty="0"/>
              <a:t>Executive Reporting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7F2AD-31A0-BEA5-3289-7CF7CCBD9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-1"/>
            <a:ext cx="9324975" cy="6858001"/>
          </a:xfrm>
        </p:spPr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4271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53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Campaign Created          ↓ Campaign Submitted          ↓ Approval Review          ↓ Approved Campaign          ↓ Launch Scheduled          ↓ Campaign Live          ↓ Performance Monitoring          ↓ Executive Reporting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Nonso Edeh</dc:creator>
  <cp:lastModifiedBy>Nonso Edeh</cp:lastModifiedBy>
  <cp:revision>1</cp:revision>
  <dcterms:created xsi:type="dcterms:W3CDTF">2026-06-09T11:39:58Z</dcterms:created>
  <dcterms:modified xsi:type="dcterms:W3CDTF">2026-06-09T12:06:27Z</dcterms:modified>
</cp:coreProperties>
</file>