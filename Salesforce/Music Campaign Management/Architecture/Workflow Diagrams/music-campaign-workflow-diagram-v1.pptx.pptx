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C45BA-4285-46BE-BB3C-82A4893D4D6C}" v="4" dt="2026-06-09T13:07:34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nso Edeh" userId="c45bf528856c7d06" providerId="LiveId" clId="{8178347F-A985-4256-85F1-EA28078D42CA}"/>
    <pc:docChg chg="custSel addSld modSld">
      <pc:chgData name="Nonso Edeh" userId="c45bf528856c7d06" providerId="LiveId" clId="{8178347F-A985-4256-85F1-EA28078D42CA}" dt="2026-06-09T13:07:34.461" v="56"/>
      <pc:docMkLst>
        <pc:docMk/>
      </pc:docMkLst>
      <pc:sldChg chg="modSp new mod">
        <pc:chgData name="Nonso Edeh" userId="c45bf528856c7d06" providerId="LiveId" clId="{8178347F-A985-4256-85F1-EA28078D42CA}" dt="2026-06-09T13:07:34.461" v="56"/>
        <pc:sldMkLst>
          <pc:docMk/>
          <pc:sldMk cId="1457464045" sldId="256"/>
        </pc:sldMkLst>
        <pc:spChg chg="mod">
          <ac:chgData name="Nonso Edeh" userId="c45bf528856c7d06" providerId="LiveId" clId="{8178347F-A985-4256-85F1-EA28078D42CA}" dt="2026-06-09T13:07:34.461" v="56"/>
          <ac:spMkLst>
            <pc:docMk/>
            <pc:sldMk cId="1457464045" sldId="256"/>
            <ac:spMk id="2" creationId="{7DC12AB8-988F-A197-8823-C24CA94281C2}"/>
          </ac:spMkLst>
        </pc:spChg>
        <pc:spChg chg="mod">
          <ac:chgData name="Nonso Edeh" userId="c45bf528856c7d06" providerId="LiveId" clId="{8178347F-A985-4256-85F1-EA28078D42CA}" dt="2026-06-09T13:05:45.119" v="54" actId="27636"/>
          <ac:spMkLst>
            <pc:docMk/>
            <pc:sldMk cId="1457464045" sldId="256"/>
            <ac:spMk id="3" creationId="{01ECD48D-9736-80E8-319B-24259F127B4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0F72-3F6E-9762-00D3-44DFD089B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11B5F-92CC-55AC-7D01-94AE3EC3A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D3C53-6230-6449-FF83-BFCD7BCAE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E9EC1-5E99-F183-DFEE-82A9373E4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2A62E-EE1B-0ECE-5A8D-576AA99D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48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30413-1B4C-5EE0-9FAC-28D0B656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DD4F-3632-6FC1-0AE5-AA9C7C1E7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AF0E5-8A2F-D419-7E7A-5195F3CF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BDA1B-A10C-332B-94CB-49B148D0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ED709-E1DC-6857-8A41-47CAEF24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44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52192-0825-D0B5-5F78-7B428F8E2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A4F46-99B9-0ACD-0DF5-3B0A41939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B50B0-36CB-90C1-1BF0-FF8BFE29E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0A201-99B7-A257-3FB0-23D3A2BC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E0C91-4174-37BA-44F3-260F5B52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62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5E99-33BA-F67E-2518-AEBCB364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58C4-34F7-102A-5725-3B493778E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00764-6A47-0832-B4F7-452FF3E27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BB30D-D17C-C2D8-8855-A9311458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997BE-4FF5-10FB-D823-7AE7F92C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3A639-3625-8840-F138-E8F505AC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4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EFFD0-8F27-6BCD-7566-090E5960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CACA3-5A63-9507-C287-D73DA71CD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523DA-59E7-FF81-6E79-06A9789E2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8F80E-B9B9-7609-6C62-7ED41F2C2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50474-8286-921D-7C0F-9AC449455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B0079-AEAC-232A-398A-9ACA4D2B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3040D-C6DE-60CE-5200-9BC7BECE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FFF41-B4FB-0E41-1B34-80F70D4F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11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8952-5012-17D0-180D-B0C46815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47A4E-25AD-DB16-DAA3-DCD97367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7B6B1D-8727-823E-68FF-0AC6A0ED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F3074-0805-4CFD-8CE9-D7C8B36A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5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14C5D-C830-F57F-2274-4D48349F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1D6E8-C831-8E27-3AED-3807BF9A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45239-CEA0-7030-D07C-C20A7435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776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FC81-40C6-E92A-2C56-FC6310DF7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014A-55A1-9BC8-DB23-4B72F752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3C284-23E3-7DFB-3516-05A35741B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29823-AD36-2DD2-2074-32071EB5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29CAD-2359-9CA3-B72C-828A241A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332A0-339B-3ED4-6A4A-38C03BCC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216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68C17-E0EA-D06F-4164-B9F8D217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A142A-A45B-9E2A-96CE-406A7D075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6B85D-C4C2-9E55-5D27-BDD86D033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28F9C-FF8A-FD52-CE7E-4ACC046D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D4825-CFAA-39AA-B3AB-D0BC2941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3C7AF-5B13-F519-DA8B-3BF448AA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63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AD6B-E1CD-591E-E7D5-D2E0B369D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48C76-9381-F009-1742-F38B127D2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707C-500B-8655-9576-6B39B1BF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69188-0E2A-2EB9-0178-7898E40B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815B0-275F-1145-0340-56FE56DF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31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68AE28-D82A-603A-AC22-B42F326DD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060E3-F087-09C8-202F-AB69F0C4D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E3128-85F0-28C3-3DF7-815ABE0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9B88C-E28C-B016-35F7-162BA9E2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C0DB1-FD63-3114-C0D4-E96DA893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57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8CEC2-9C7E-931E-3709-D1421479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EFD0D-B24C-5710-A3FE-414B26FD4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7273E-6CA9-A803-D5F2-019C783AB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E4621-21B9-46F0-A12E-3B71F711C71C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3EE26-E4C9-DC81-0206-95B2E67CA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E50CE-2119-3E27-8A02-39970D668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D7819-7063-4366-8F6C-5C4ACB023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568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2AB8-988F-A197-8823-C24CA9428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1526"/>
            <a:ext cx="9144000" cy="4391024"/>
          </a:xfrm>
        </p:spPr>
        <p:txBody>
          <a:bodyPr>
            <a:normAutofit fontScale="90000"/>
          </a:bodyPr>
          <a:lstStyle/>
          <a:p>
            <a:r>
              <a:rPr lang="en-GB" sz="2000" b="1" dirty="0"/>
              <a:t>Music Campaign Record Created</a:t>
            </a:r>
            <a:br>
              <a:rPr lang="en-GB" sz="2000" b="1" dirty="0"/>
            </a:b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 dirty="0"/>
            </a:br>
            <a:r>
              <a:rPr lang="en-GB" sz="2000" b="1" dirty="0"/>
              <a:t>Campaign Data Captured</a:t>
            </a:r>
            <a:br>
              <a:rPr lang="en-GB" sz="2000" b="1" dirty="0"/>
            </a:b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 dirty="0"/>
            </a:br>
            <a:r>
              <a:rPr lang="en-GB" sz="2000" b="1" dirty="0"/>
              <a:t>Campaign Status Updated</a:t>
            </a:r>
            <a:br>
              <a:rPr lang="en-GB" sz="2000" b="1" dirty="0"/>
            </a:b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 dirty="0"/>
            </a:br>
            <a:r>
              <a:rPr lang="en-GB" sz="2000" b="1" dirty="0"/>
              <a:t>Reports Updated</a:t>
            </a:r>
            <a:br>
              <a:rPr lang="en-GB" sz="2000" b="1" dirty="0"/>
            </a:b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 dirty="0"/>
            </a:br>
            <a:r>
              <a:rPr lang="en-GB" sz="2000" b="1" dirty="0"/>
              <a:t>Executive Dashboard Updated</a:t>
            </a:r>
            <a:br>
              <a:rPr lang="en-GB" sz="2000" b="1" dirty="0"/>
            </a:br>
            <a:br>
              <a:rPr lang="en-GB" sz="2000" b="1" dirty="0"/>
            </a:br>
            <a:r>
              <a:rPr lang="en-GB" sz="2000" b="1" dirty="0"/>
              <a:t>↓</a:t>
            </a:r>
            <a:br>
              <a:rPr lang="en-GB" sz="2000" b="1" dirty="0"/>
            </a:br>
            <a:r>
              <a:rPr lang="en-GB" sz="2000" b="1" dirty="0"/>
              <a:t>Management Review &amp; Decision Making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CD48D-9736-80E8-319B-24259F12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6857999"/>
            <a:ext cx="9144000" cy="45719"/>
          </a:xfrm>
        </p:spPr>
        <p:txBody>
          <a:bodyPr>
            <a:normAutofit fontScale="25000" lnSpcReduction="20000"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46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Music Campaign Record Created  ↓ Campaign Data Captured  ↓ Campaign Status Updated  ↓ Reports Updated  ↓ Executive Dashboard Updated  ↓ Management Review &amp; Decision Making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Nonso Edeh</dc:creator>
  <cp:lastModifiedBy>Nonso Edeh</cp:lastModifiedBy>
  <cp:revision>1</cp:revision>
  <dcterms:created xsi:type="dcterms:W3CDTF">2026-06-09T12:57:53Z</dcterms:created>
  <dcterms:modified xsi:type="dcterms:W3CDTF">2026-06-09T13:07:41Z</dcterms:modified>
</cp:coreProperties>
</file>