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BF411-4079-45D6-8EA0-8BC18F34CD74}" v="2" dt="2026-06-09T13:23:1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so Edeh" userId="c45bf528856c7d06" providerId="LiveId" clId="{8178347F-A985-4256-85F1-EA28078D42CA}"/>
    <pc:docChg chg="custSel addSld modSld">
      <pc:chgData name="Nonso Edeh" userId="c45bf528856c7d06" providerId="LiveId" clId="{8178347F-A985-4256-85F1-EA28078D42CA}" dt="2026-06-09T13:26:32.989" v="36" actId="20577"/>
      <pc:docMkLst>
        <pc:docMk/>
      </pc:docMkLst>
      <pc:sldChg chg="modSp new mod">
        <pc:chgData name="Nonso Edeh" userId="c45bf528856c7d06" providerId="LiveId" clId="{8178347F-A985-4256-85F1-EA28078D42CA}" dt="2026-06-09T13:26:32.989" v="36" actId="20577"/>
        <pc:sldMkLst>
          <pc:docMk/>
          <pc:sldMk cId="3944435794" sldId="256"/>
        </pc:sldMkLst>
        <pc:spChg chg="mod">
          <ac:chgData name="Nonso Edeh" userId="c45bf528856c7d06" providerId="LiveId" clId="{8178347F-A985-4256-85F1-EA28078D42CA}" dt="2026-06-09T13:26:32.989" v="36" actId="20577"/>
          <ac:spMkLst>
            <pc:docMk/>
            <pc:sldMk cId="3944435794" sldId="256"/>
            <ac:spMk id="2" creationId="{3AD21EA3-364D-B9E5-9C7C-B67C2F340AF9}"/>
          </ac:spMkLst>
        </pc:spChg>
        <pc:spChg chg="mod">
          <ac:chgData name="Nonso Edeh" userId="c45bf528856c7d06" providerId="LiveId" clId="{8178347F-A985-4256-85F1-EA28078D42CA}" dt="2026-06-09T13:16:50.913" v="6" actId="27636"/>
          <ac:spMkLst>
            <pc:docMk/>
            <pc:sldMk cId="3944435794" sldId="256"/>
            <ac:spMk id="3" creationId="{72CCB671-CE04-9E5D-EFE8-C3F2C33FDE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8BC2-293E-0770-E5B7-AABFB3210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AC499-A027-71C8-E50B-4BD429B2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210C3-EFCD-6802-577D-ECD0A91F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94E6-AE8C-3B83-CEE4-8AA8CCD9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DC39-4E3F-0FA1-7852-5EF4FE56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73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E6A3-BF97-D431-AA6C-FED12836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4C89A-EBB1-0B10-68D1-3FAAEE34F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7FD65-5799-A3F4-3D20-D34F1BED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90334-4C4D-43C3-8014-79E898D7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744AE-D9A8-D973-6DEC-E8046CB9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91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FB10-29CC-BD37-E439-9024557E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24052-310F-F646-5630-0C31431BF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5A1B1-B6C6-49EB-69F2-C68A9D3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DCDAB-D3AB-153D-D69F-3379B560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A7C40-6B65-11A6-1C97-D54F0668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2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FEEC-4D1C-7056-08C1-2ED5457D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BB06-21DB-1B82-D340-67619E5D3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EF8C3-8910-1CA3-7DC2-5FAFB1C58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D17D9-12E0-FED6-8AE7-283C0945B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04DF1-C738-E035-D2EF-8D3FEF11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C91C2-8D2A-3A45-1E3C-979652D9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24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C50A-EF67-75F6-B8BC-B6B30CBE6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BB7AA-48CC-2075-76F0-584C4BBD9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6A2AA-BC8F-AF94-FB8C-74B901545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1CAAE-D638-2CA5-83E7-77AA57D8A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63439-9826-A890-3587-AAA20D954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8B8E6-12F4-198D-F98C-48AC5871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72DB3-C4B7-C6AF-3E98-842BBADC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DC59B-9DF3-FF64-8E07-16E74CC9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12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2CD7-A7B2-C69A-8810-55F25298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F8D55-A2FE-B124-BD1B-ADDAD373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D4F8D-16DF-37A2-58E0-3B3439F5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9122C-90D2-C87A-FF07-CB0457E7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04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44450-D6C6-CBB7-E12D-578FBD95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3D2B0-D056-83DE-C3E9-BC8DF63F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242B5-7FE9-05B5-2214-59CC635E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13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3E15-6B75-8178-2199-060A9EC1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CD59-C358-0B87-C64E-59A9C721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8D1A4-4FD4-67E5-5066-3ABD2FF78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9FF33-9F94-7E5E-0156-4A28DC9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AB878-3D58-665D-A1C6-EB238F02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EA0F7-C388-F1B7-CEFB-528BCA33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0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AF4F-1B6B-79FD-5882-219897B9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6CB53-775E-15AB-2C2A-EBD51A08F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F9C28-8013-3708-BC31-138C1ADA0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9E5D-4519-EDC2-CB54-78DEE79F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B038-1CAA-9540-0F26-1E47A640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27ECD-4810-06E9-9CE2-D0402867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34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1210-A1A1-FCCB-1B76-CFFC65012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0626B-8212-5E1B-2DAC-CD679894B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D2D6-A6B7-88A4-9212-300A347B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726F-64FF-93B1-FF7D-CECCF7B1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8D69-A04B-4407-0A26-C07EADD2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95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9286B-88FF-E72A-58C9-40C0018DD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F41A8-E9EC-EA6F-F3B2-4DB5F8932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5E32-D21D-BFB6-851C-51A21675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91700-81CD-5CC4-BE4E-0FA5CBF6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96D2-CC06-40A2-B5CA-91D1E63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32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9EA5-6598-E5E9-B5A7-8EF85883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A0518-54DC-678A-8511-96510BAE7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DF90B-470B-E84D-AC9E-59D6A1A96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AD14E-AA7E-4135-8973-6832DEF2A04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60DA-29CA-6E30-744E-FBE923F09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A77B0-63B4-1517-E0BC-3152B631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85C6E-4AD5-48C5-9C76-D4308E1C3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2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1EA3-364D-B9E5-9C7C-B67C2F340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2446"/>
            <a:ext cx="9144000" cy="4388738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Campaign Name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│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Campaign Type ─── Music Campaign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(Custom Object)─── Artist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Campaign Status                     Genre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Priority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Approval Status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Launch Date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Budget Cost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Actual 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B671-CE04-9E5D-EFE8-C3F2C33FD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6812280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43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 Campaign Name                       │  Campaign Type ─── Music Campaign (Custom Object)─── Artist Campaign Status                     Genre           Priority      Approval Status         Launch Date       Budget Cost        Actual Cost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Nonso Edeh</dc:creator>
  <cp:lastModifiedBy>Nonso Edeh</cp:lastModifiedBy>
  <cp:revision>1</cp:revision>
  <dcterms:created xsi:type="dcterms:W3CDTF">2026-06-09T13:15:43Z</dcterms:created>
  <dcterms:modified xsi:type="dcterms:W3CDTF">2026-06-09T13:26:41Z</dcterms:modified>
</cp:coreProperties>
</file>